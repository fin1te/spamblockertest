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5C197-AFB3-4354-B1AC-D7CA8D0F4239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E8084-C7C9-4466-9018-8804D3D53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99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topics you'll cover in this presentation.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066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key points that will be covered in the presentation.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511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how interactive reports enhance user experience and decision-making through real-time data exploration.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24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OOALV modernizes list display with object-oriented principles and improves code maintenance.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477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the user-friendly nature of Smart Forms and its benefits over traditional SAPscript.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726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Discuss the advanced features of Adobe Forms, such as interactive elements and high-quality outputs.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30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Briefly compare Smart Form and Adobe Form, emphasizing when to use each based on business requirements.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377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Summarize the key points and discuss future learning opportunities in SAP ABAP.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680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Encourage questions and thank the audience for their time.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8084-C7C9-4466-9018-8804D3D538F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929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9202-BE8B-429B-9990-C3CA70E31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D27CA-F6D2-4045-BA2F-84469570B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8DAA3-2109-4C9A-8AB1-24C93EC48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A5C53-D036-4113-993B-32B57561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7AF68-D49A-49C7-9B14-4F8A1BFE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1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F875C-EE2E-4ECC-8533-AB80AAD2B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8AEC6-650B-4CA2-9A27-9BA0563A1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DF961-4E81-40E6-A9FF-C328B916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1706E-F631-46B4-A6A6-F0186F58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AC992-E634-47E8-B683-293E57D5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0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18375-4894-4026-A205-F1BFDEF7F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4C979-2578-42F2-920B-5E506FCCD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C9540-98B6-41E7-8831-85A672C7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19624-D08B-41EA-B8B3-C187DACA4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1CC1D-C95F-4763-9317-C78894B7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136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AD88D-CDA6-465B-86AE-40E3A587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4163-5306-4A48-986E-DD565E71B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59EF1-593D-498D-8C7D-708B511F9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47F90-2140-4CB9-8F0D-DC380AE2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1DE99-2911-4348-A2ED-3BC2AB73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99C37-BC2D-4791-ADC5-FC86966A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1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D06-F1D5-4E48-8B17-0EF9361C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1DA70-3684-4F1A-9424-C61AEA2D3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61FF9-1158-47D6-9529-5FF99CA7A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9232B2-1E95-4A77-A4C1-BA96E925D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D1324-1AA0-4DB9-B2B7-82A2D0BF5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B0679-5696-4EF4-BC30-61AE0FC0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29A8D-77AF-417C-9BD2-C5515719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C213D2-4D6A-4513-A9D0-50E08A5E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64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14E72-AC39-42E0-9373-CF5DA56E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95BD5-9A0E-48B9-B247-BDC20644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0B3BE-78B6-48BD-9853-8D12BAE5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CCE05B-FC73-41C8-830B-9CB7B0C5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6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A4D614-48B7-40BF-AB28-B32B792C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59733-8CB7-4246-B437-A4704CD3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1FDCB-F7D7-46BE-B643-9C4DD2AB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92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D55B-E924-4685-AB94-D02FEA4FE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4478-AA89-4879-AC05-D819D74E2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E8BB7-5E9C-436F-9A1F-6055A018F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0A245-6EBD-4EEA-8400-863CE7EB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F67DE-1CD8-44C4-8EBC-4EF782D2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457D6-28FE-454C-936F-6E4B71A4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32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4BD8-BBA4-4DAB-A502-2823810D8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76CFEB-F70F-46F5-922C-9BCF1459B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AD98A-CD3C-4D06-BAB7-71633CA6E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E2362-E293-4087-A0C0-0F7072C2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42CFA-5289-4521-B824-DA8158B8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416EE-1988-4C9F-A0FF-9D5BA612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5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AE8F0-E56E-4E54-8FEC-897C2519A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26E07-4672-41B7-974B-B24B2F3F1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CD763-ADF9-4535-8EC6-4CFAE7A4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10C71-CB5D-4D9A-B7E5-0A5AB1AC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15120-538A-4514-9B76-28EE9496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75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157D5-43B4-4738-891B-50BFDAF29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A9FC9-33E4-4022-B48B-789B3A2D8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DD920-C0E9-4154-B32A-0F375FD24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2315E-F612-4533-B801-9D89185B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7DC5B-BC4C-42A9-9BCF-E44B12170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960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A4DA-E235-48B4-A1D9-39930EEA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356A5-782E-489A-94FB-63A008E9D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4DBA4-9DAB-4A45-81E8-07872ABC2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F5C19-B12A-4142-8BE2-8E6E4D19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D711A-7433-47F1-B6F0-0A27478B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15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4D131-0B5F-4EAF-BD0F-BA534B90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3733D-8007-4377-BBB3-67413D98C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00AD4-C5B6-4DE1-8BE8-927AABE95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D3C73-4B9B-460C-8EDD-3CADFD5D5024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8846A-8961-4298-973C-5600B0D38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E06CF-616D-4C5B-9E74-D04F582DF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0B307-CEF3-41E4-9D57-BC03022A9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62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9DCD-FFDE-429D-863E-9171DC5C5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SAP ABAP Technologies – My Learning Journey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FF86B-A078-426B-8D55-EEBC915CF4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Interactive Report, OOALV, Smart Form, and Adobe Form</a:t>
            </a:r>
          </a:p>
          <a:p>
            <a:r>
              <a:rPr lang="en-US" dirty="0"/>
              <a:t>Your Name | Trainee | Date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745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A6A3A-2DA6-4C58-B6DB-E1435A90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FE493-5C74-4FD2-8A97-4C66070E3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SAP ABAP advancements</a:t>
            </a:r>
          </a:p>
          <a:p>
            <a:r>
              <a:rPr lang="en-US" dirty="0"/>
              <a:t>Interactive Report</a:t>
            </a:r>
          </a:p>
          <a:p>
            <a:r>
              <a:rPr lang="en-US" dirty="0"/>
              <a:t>OOALV (Object-Oriented ALV)</a:t>
            </a:r>
          </a:p>
          <a:p>
            <a:r>
              <a:rPr lang="en-US" dirty="0"/>
              <a:t>Smart Form</a:t>
            </a:r>
          </a:p>
          <a:p>
            <a:r>
              <a:rPr lang="en-US" dirty="0"/>
              <a:t>Adobe Form</a:t>
            </a:r>
          </a:p>
          <a:p>
            <a:r>
              <a:rPr lang="en-US" dirty="0"/>
              <a:t>Comparison and 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73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C044-ABE9-44C9-A859-931051F1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Interactive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875D3-FAC7-4A61-B986-359A35F6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Dynamic reporting with selection screens</a:t>
            </a:r>
          </a:p>
          <a:p>
            <a:r>
              <a:rPr lang="en-US" dirty="0"/>
              <a:t>• Interactive events (drill-down, hyperlinks)</a:t>
            </a:r>
          </a:p>
          <a:p>
            <a:r>
              <a:rPr lang="en-US" dirty="0"/>
              <a:t>• Real-time data interaction and filtering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364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301C-1205-4AE9-AD17-49F60C38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OOALV (Object-Oriented ALV)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1EABF-9F67-41C9-9C5F-0EE085F06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Modern, object-oriented approach to ALV grid display</a:t>
            </a:r>
          </a:p>
          <a:p>
            <a:r>
              <a:rPr lang="en-US" dirty="0"/>
              <a:t>• Encapsulated display logic in reusable classes</a:t>
            </a:r>
          </a:p>
          <a:p>
            <a:r>
              <a:rPr lang="en-US" dirty="0"/>
              <a:t>• Advanced features: sorting, filtering, inline editing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48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D2BD-C8FA-4D51-93E3-8FE751C8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Smart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48D96-FFA6-4315-9A0D-592C0C5B2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Graphical form design tool with drag-and-drop interface</a:t>
            </a:r>
          </a:p>
          <a:p>
            <a:r>
              <a:rPr lang="en-US"/>
              <a:t>• Replaces SAPscript for improved flexibility</a:t>
            </a:r>
          </a:p>
          <a:p>
            <a:r>
              <a:rPr lang="en-US"/>
              <a:t>• Simplifies maintenance and layout design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1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83962-3228-415D-9F6E-39502BEF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Adobe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F97F4-6EF5-4A22-82CB-DF079CCDF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Uses Adobe technology for form design</a:t>
            </a:r>
          </a:p>
          <a:p>
            <a:r>
              <a:rPr lang="en-US"/>
              <a:t>• Supports interactive and dynamic PDF outputs</a:t>
            </a:r>
          </a:p>
          <a:p>
            <a:r>
              <a:rPr lang="en-US"/>
              <a:t>• Advanced graphical and design capabilities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6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ACDE-EFD7-4F19-841B-9A8B3F22E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Smart Form vs. Adobe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BBFE6-C27B-451F-A1D8-A8815663F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Smart Form:</a:t>
            </a:r>
          </a:p>
          <a:p>
            <a:r>
              <a:rPr lang="en-US"/>
              <a:t>• Simple, fast design; ideal for standard needs</a:t>
            </a:r>
          </a:p>
          <a:p>
            <a:r>
              <a:rPr lang="en-US"/>
              <a:t>Adobe Form:</a:t>
            </a:r>
          </a:p>
          <a:p>
            <a:r>
              <a:rPr lang="en-US"/>
              <a:t>• Advanced, interactive, and dynamic; best for complex layouts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233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90D9-7C28-4EFC-A48F-8CDEB51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 &amp; Future Directions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A2778-8BEE-4BC6-82B2-98F5B9AE3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Interactive Report: Enhances data exploration</a:t>
            </a:r>
          </a:p>
          <a:p>
            <a:r>
              <a:rPr lang="en-IN"/>
              <a:t>• OOALV: Modern, maintainable code for list displays</a:t>
            </a:r>
          </a:p>
          <a:p>
            <a:r>
              <a:rPr lang="en-IN"/>
              <a:t>• Smart Form: User-friendly form design</a:t>
            </a:r>
          </a:p>
          <a:p>
            <a:r>
              <a:rPr lang="en-IN"/>
              <a:t>• Adobe Form: High-quality, interactive outputs</a:t>
            </a:r>
          </a:p>
          <a:p>
            <a:r>
              <a:rPr lang="en-IN"/>
              <a:t>• Continuous learning and integration of advanced SAP tools</a:t>
            </a:r>
          </a:p>
        </p:txBody>
      </p:sp>
    </p:spTree>
    <p:extLst>
      <p:ext uri="{BB962C8B-B14F-4D97-AF65-F5344CB8AC3E}">
        <p14:creationId xmlns:p14="http://schemas.microsoft.com/office/powerpoint/2010/main" val="346519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BC59-64A6-4B8B-BBF6-D6FE8441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55885-1EFD-4EE3-85F0-50D00FE29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you for your attention!</a:t>
            </a:r>
          </a:p>
          <a:p>
            <a:r>
              <a:rPr lang="en-US"/>
              <a:t>I am happy to answer any questions.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109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367A12634A674BA3D778F83D208D64" ma:contentTypeVersion="14" ma:contentTypeDescription="Create a new document." ma:contentTypeScope="" ma:versionID="ca93f92e8fe47436fdebb319c9018e7c">
  <xsd:schema xmlns:xsd="http://www.w3.org/2001/XMLSchema" xmlns:xs="http://www.w3.org/2001/XMLSchema" xmlns:p="http://schemas.microsoft.com/office/2006/metadata/properties" xmlns:ns3="c8c05c0e-00e3-4b04-8ff2-847ec74b3d8b" xmlns:ns4="e4d8fc5b-ce8f-40be-97a0-9fa56f13321d" targetNamespace="http://schemas.microsoft.com/office/2006/metadata/properties" ma:root="true" ma:fieldsID="382d43c653b07f98d1fc70657da72a17" ns3:_="" ns4:_="">
    <xsd:import namespace="c8c05c0e-00e3-4b04-8ff2-847ec74b3d8b"/>
    <xsd:import namespace="e4d8fc5b-ce8f-40be-97a0-9fa56f13321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05c0e-00e3-4b04-8ff2-847ec74b3d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d8fc5b-ce8f-40be-97a0-9fa56f13321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c05c0e-00e3-4b04-8ff2-847ec74b3d8b" xsi:nil="true"/>
  </documentManagement>
</p:properties>
</file>

<file path=customXml/itemProps1.xml><?xml version="1.0" encoding="utf-8"?>
<ds:datastoreItem xmlns:ds="http://schemas.openxmlformats.org/officeDocument/2006/customXml" ds:itemID="{C1C07460-7473-4AE0-BF07-79D9CD5131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05c0e-00e3-4b04-8ff2-847ec74b3d8b"/>
    <ds:schemaRef ds:uri="e4d8fc5b-ce8f-40be-97a0-9fa56f1332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A06A10-FC10-41EA-A09F-DCC106AA79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4E70FE-7866-424D-A913-782B526D6CCB}">
  <ds:schemaRefs>
    <ds:schemaRef ds:uri="c8c05c0e-00e3-4b04-8ff2-847ec74b3d8b"/>
    <ds:schemaRef ds:uri="http://purl.org/dc/terms/"/>
    <ds:schemaRef ds:uri="e4d8fc5b-ce8f-40be-97a0-9fa56f13321d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368</Words>
  <Application>Microsoft Office PowerPoint</Application>
  <PresentationFormat>Widescreen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SAP ABAP Technologies – My Learning Journey</vt:lpstr>
      <vt:lpstr>Agenda</vt:lpstr>
      <vt:lpstr>Interactive Report</vt:lpstr>
      <vt:lpstr>OOALV (Object-Oriented ALV)</vt:lpstr>
      <vt:lpstr>Smart Form</vt:lpstr>
      <vt:lpstr>Adobe Form</vt:lpstr>
      <vt:lpstr>Smart Form vs. Adobe Form</vt:lpstr>
      <vt:lpstr>Conclusion &amp; Future Directions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ABAP Technologies – My Learning Journey</dc:title>
  <dc:creator>Rishabh2 Mehta</dc:creator>
  <cp:lastModifiedBy>Rishabh2 Mehta</cp:lastModifiedBy>
  <cp:revision>1</cp:revision>
  <dcterms:created xsi:type="dcterms:W3CDTF">2025-02-09T18:50:12Z</dcterms:created>
  <dcterms:modified xsi:type="dcterms:W3CDTF">2025-02-09T18:57:34Z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0x010100BA367A12634A674BA3D778F83D208D64</vt:lpwstr>
  </property>
</Properties>
</file>